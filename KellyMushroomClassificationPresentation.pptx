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c081b04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c081b04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c081b04a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c081b04a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c081b04a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c081b04a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c081b04a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c081b04a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c081b04a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c081b04a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c081b04a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c081b04a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Mushroom Classification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Kelly Keith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dataset, we have the properties of different mushrooms.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to train a program to identify mushrooms based on only the properties.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different methods are used to try to solve this problem, in order to find the best one,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34365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315075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08225"/>
            <a:ext cx="29527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7725"/>
            <a:ext cx="63055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894025"/>
            <a:ext cx="6711465" cy="294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2960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27275"/>
            <a:ext cx="30099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865450"/>
            <a:ext cx="6736034" cy="297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36232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